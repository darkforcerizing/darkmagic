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CB6FA-7F86-44E2-B197-C4321E1403AD}" type="datetimeFigureOut">
              <a:rPr lang="ru-RU" smtClean="0"/>
              <a:pPr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4DFE9-63C5-4B6C-9C0B-0BFDA73D43F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Dark Magic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6093296"/>
            <a:ext cx="6400800" cy="576064"/>
          </a:xfrm>
        </p:spPr>
        <p:txBody>
          <a:bodyPr>
            <a:normAutofit lnSpcReduction="10000"/>
          </a:bodyPr>
          <a:lstStyle/>
          <a:p>
            <a:r>
              <a:rPr lang="ru-RU" dirty="0" err="1" smtClean="0"/>
              <a:t>Бояринцев</a:t>
            </a:r>
            <a:r>
              <a:rPr lang="ru-RU" dirty="0" smtClean="0"/>
              <a:t> Олег Андреевич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“Dark Magic”</a:t>
            </a:r>
            <a:r>
              <a:rPr lang="ru-RU" dirty="0" smtClean="0"/>
              <a:t> – компьютерная игра с использованием игральной «доски»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" y="1844824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Файл </a:t>
            </a:r>
            <a:r>
              <a:rPr lang="en-US" dirty="0" smtClean="0"/>
              <a:t>main</a:t>
            </a:r>
            <a:r>
              <a:rPr lang="ru-RU" dirty="0" smtClean="0"/>
              <a:t> – основной файл, следит за состоянием и при его изменении запускает соответствующий метод из файла </a:t>
            </a:r>
            <a:r>
              <a:rPr lang="en-US" dirty="0" smtClean="0"/>
              <a:t>Game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Файл </a:t>
            </a:r>
            <a:r>
              <a:rPr lang="en-US" dirty="0" smtClean="0"/>
              <a:t>Game</a:t>
            </a:r>
            <a:r>
              <a:rPr lang="ru-RU" dirty="0" smtClean="0"/>
              <a:t> – </a:t>
            </a:r>
            <a:r>
              <a:rPr lang="ru-RU" dirty="0" err="1" smtClean="0"/>
              <a:t>отрисовка</a:t>
            </a:r>
            <a:r>
              <a:rPr lang="ru-RU" dirty="0" smtClean="0"/>
              <a:t> промежуточных экранов, кнопок, загрузка изображений, обработка событий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Файл</a:t>
            </a:r>
            <a:r>
              <a:rPr lang="en-US" dirty="0" smtClean="0"/>
              <a:t> Chip</a:t>
            </a:r>
            <a:r>
              <a:rPr lang="ru-RU" dirty="0" smtClean="0"/>
              <a:t> – создаёт фишку с определёнными свойствами, которая используется в игровом процессе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Файл </a:t>
            </a:r>
            <a:r>
              <a:rPr lang="en-US" dirty="0" err="1" smtClean="0"/>
              <a:t>GameBoard</a:t>
            </a:r>
            <a:r>
              <a:rPr lang="ru-RU" dirty="0" smtClean="0"/>
              <a:t> – </a:t>
            </a:r>
            <a:r>
              <a:rPr lang="ru-RU" dirty="0" err="1" smtClean="0"/>
              <a:t>отрисовка</a:t>
            </a:r>
            <a:r>
              <a:rPr lang="ru-RU" dirty="0" smtClean="0"/>
              <a:t> доски, слежение и изменение состояний, проверки.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Возможное развитие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844824"/>
            <a:ext cx="65129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 smtClean="0"/>
              <a:t>Добавление игры на </a:t>
            </a:r>
            <a:r>
              <a:rPr lang="ru-RU" dirty="0" smtClean="0"/>
              <a:t>время</a:t>
            </a:r>
          </a:p>
          <a:p>
            <a:pPr>
              <a:buFont typeface="Arial" pitchFamily="34" charset="0"/>
              <a:buChar char="•"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Изменение картинок фишек на более подходящие </a:t>
            </a:r>
            <a:r>
              <a:rPr lang="ru-RU" smtClean="0"/>
              <a:t>по </a:t>
            </a:r>
            <a:r>
              <a:rPr lang="ru-RU" smtClean="0"/>
              <a:t>тематике</a:t>
            </a:r>
          </a:p>
          <a:p>
            <a:pPr>
              <a:buFont typeface="Arial" pitchFamily="34" charset="0"/>
              <a:buChar char="•"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Модификация начисления очков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100</Words>
  <Application>Microsoft Office PowerPoint</Application>
  <PresentationFormat>Экран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Dark Magic</vt:lpstr>
      <vt:lpstr>Введение</vt:lpstr>
      <vt:lpstr>Структура</vt:lpstr>
      <vt:lpstr>Возможное развитие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</dc:creator>
  <cp:lastModifiedBy>admin</cp:lastModifiedBy>
  <cp:revision>14</cp:revision>
  <dcterms:created xsi:type="dcterms:W3CDTF">2022-01-24T09:28:26Z</dcterms:created>
  <dcterms:modified xsi:type="dcterms:W3CDTF">2022-01-24T12:42:21Z</dcterms:modified>
</cp:coreProperties>
</file>